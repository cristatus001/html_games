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78" d="100"/>
          <a:sy n="78" d="100"/>
        </p:scale>
        <p:origin x="835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o su" userId="738302b3be9688c2" providerId="LiveId" clId="{9735C8FC-5BC2-4C6A-8350-509BF6E119BB}"/>
    <pc:docChg chg="custSel addSld modSld">
      <pc:chgData name="so su" userId="738302b3be9688c2" providerId="LiveId" clId="{9735C8FC-5BC2-4C6A-8350-509BF6E119BB}" dt="2026-06-09T12:02:00.686" v="124" actId="20577"/>
      <pc:docMkLst>
        <pc:docMk/>
      </pc:docMkLst>
      <pc:sldChg chg="addSp modSp mod">
        <pc:chgData name="so su" userId="738302b3be9688c2" providerId="LiveId" clId="{9735C8FC-5BC2-4C6A-8350-509BF6E119BB}" dt="2026-06-09T11:37:28.846" v="26" actId="20577"/>
        <pc:sldMkLst>
          <pc:docMk/>
          <pc:sldMk cId="1071274618" sldId="257"/>
        </pc:sldMkLst>
        <pc:spChg chg="add mod">
          <ac:chgData name="so su" userId="738302b3be9688c2" providerId="LiveId" clId="{9735C8FC-5BC2-4C6A-8350-509BF6E119BB}" dt="2026-06-09T11:37:28.846" v="26" actId="20577"/>
          <ac:spMkLst>
            <pc:docMk/>
            <pc:sldMk cId="1071274618" sldId="257"/>
            <ac:spMk id="6" creationId="{4B87C166-6BE7-7327-BBB1-046267D83425}"/>
          </ac:spMkLst>
        </pc:spChg>
      </pc:sldChg>
      <pc:sldChg chg="addSp modSp mod">
        <pc:chgData name="so su" userId="738302b3be9688c2" providerId="LiveId" clId="{9735C8FC-5BC2-4C6A-8350-509BF6E119BB}" dt="2026-06-09T11:37:20.206" v="12" actId="20577"/>
        <pc:sldMkLst>
          <pc:docMk/>
          <pc:sldMk cId="2430595409" sldId="258"/>
        </pc:sldMkLst>
        <pc:spChg chg="add mod">
          <ac:chgData name="so su" userId="738302b3be9688c2" providerId="LiveId" clId="{9735C8FC-5BC2-4C6A-8350-509BF6E119BB}" dt="2026-06-09T11:37:20.206" v="12" actId="20577"/>
          <ac:spMkLst>
            <pc:docMk/>
            <pc:sldMk cId="2430595409" sldId="258"/>
            <ac:spMk id="8" creationId="{791D616F-83AB-172F-17D3-7B7862699F28}"/>
          </ac:spMkLst>
        </pc:spChg>
      </pc:sldChg>
      <pc:sldChg chg="addSp modSp mod">
        <pc:chgData name="so su" userId="738302b3be9688c2" providerId="LiveId" clId="{9735C8FC-5BC2-4C6A-8350-509BF6E119BB}" dt="2026-06-09T11:37:07.374" v="5" actId="20577"/>
        <pc:sldMkLst>
          <pc:docMk/>
          <pc:sldMk cId="1716875517" sldId="259"/>
        </pc:sldMkLst>
        <pc:spChg chg="add mod">
          <ac:chgData name="so su" userId="738302b3be9688c2" providerId="LiveId" clId="{9735C8FC-5BC2-4C6A-8350-509BF6E119BB}" dt="2026-06-09T11:37:07.374" v="5" actId="20577"/>
          <ac:spMkLst>
            <pc:docMk/>
            <pc:sldMk cId="1716875517" sldId="259"/>
            <ac:spMk id="4" creationId="{54DCDBBA-20A3-AE44-7195-F529C59CD071}"/>
          </ac:spMkLst>
        </pc:spChg>
        <pc:picChg chg="add mod">
          <ac:chgData name="so su" userId="738302b3be9688c2" providerId="LiveId" clId="{9735C8FC-5BC2-4C6A-8350-509BF6E119BB}" dt="2026-06-09T11:36:59.579" v="0"/>
          <ac:picMkLst>
            <pc:docMk/>
            <pc:sldMk cId="1716875517" sldId="259"/>
            <ac:picMk id="3" creationId="{5072F31F-2CCD-C5C1-3B82-C7DA0C113ED2}"/>
          </ac:picMkLst>
        </pc:picChg>
      </pc:sldChg>
      <pc:sldChg chg="addSp modSp new mod">
        <pc:chgData name="so su" userId="738302b3be9688c2" providerId="LiveId" clId="{9735C8FC-5BC2-4C6A-8350-509BF6E119BB}" dt="2026-06-09T11:46:21.318" v="61" actId="14100"/>
        <pc:sldMkLst>
          <pc:docMk/>
          <pc:sldMk cId="1828523786" sldId="260"/>
        </pc:sldMkLst>
        <pc:spChg chg="add mod ord">
          <ac:chgData name="so su" userId="738302b3be9688c2" providerId="LiveId" clId="{9735C8FC-5BC2-4C6A-8350-509BF6E119BB}" dt="2026-06-09T11:46:17.190" v="60" actId="166"/>
          <ac:spMkLst>
            <pc:docMk/>
            <pc:sldMk cId="1828523786" sldId="260"/>
            <ac:spMk id="2" creationId="{81FC3B4F-58A5-1FFA-B4AF-6AAD8D9C12AA}"/>
          </ac:spMkLst>
        </pc:spChg>
        <pc:picChg chg="add mod">
          <ac:chgData name="so su" userId="738302b3be9688c2" providerId="LiveId" clId="{9735C8FC-5BC2-4C6A-8350-509BF6E119BB}" dt="2026-06-09T11:46:21.318" v="61" actId="14100"/>
          <ac:picMkLst>
            <pc:docMk/>
            <pc:sldMk cId="1828523786" sldId="260"/>
            <ac:picMk id="4" creationId="{519E2766-8050-7D18-26F5-42F8B090312D}"/>
          </ac:picMkLst>
        </pc:picChg>
      </pc:sldChg>
      <pc:sldChg chg="addSp delSp modSp new mod">
        <pc:chgData name="so su" userId="738302b3be9688c2" providerId="LiveId" clId="{9735C8FC-5BC2-4C6A-8350-509BF6E119BB}" dt="2026-06-09T11:46:30.535" v="62" actId="1076"/>
        <pc:sldMkLst>
          <pc:docMk/>
          <pc:sldMk cId="4054145426" sldId="261"/>
        </pc:sldMkLst>
        <pc:spChg chg="add mod">
          <ac:chgData name="so su" userId="738302b3be9688c2" providerId="LiveId" clId="{9735C8FC-5BC2-4C6A-8350-509BF6E119BB}" dt="2026-06-09T11:46:30.535" v="62" actId="1076"/>
          <ac:spMkLst>
            <pc:docMk/>
            <pc:sldMk cId="4054145426" sldId="261"/>
            <ac:spMk id="6" creationId="{6D0A1DA9-CD50-B898-BD73-D54421D1C70E}"/>
          </ac:spMkLst>
        </pc:spChg>
        <pc:picChg chg="add del mod">
          <ac:chgData name="so su" userId="738302b3be9688c2" providerId="LiveId" clId="{9735C8FC-5BC2-4C6A-8350-509BF6E119BB}" dt="2026-06-09T11:44:21.265" v="42" actId="478"/>
          <ac:picMkLst>
            <pc:docMk/>
            <pc:sldMk cId="4054145426" sldId="261"/>
            <ac:picMk id="3" creationId="{CF975C36-03F8-BC6B-2DD0-DF48FD4190F9}"/>
          </ac:picMkLst>
        </pc:picChg>
        <pc:picChg chg="add mod">
          <ac:chgData name="so su" userId="738302b3be9688c2" providerId="LiveId" clId="{9735C8FC-5BC2-4C6A-8350-509BF6E119BB}" dt="2026-06-09T11:44:30.678" v="45" actId="14100"/>
          <ac:picMkLst>
            <pc:docMk/>
            <pc:sldMk cId="4054145426" sldId="261"/>
            <ac:picMk id="5" creationId="{941921DB-4FFF-11D6-A923-769388E41EF3}"/>
          </ac:picMkLst>
        </pc:picChg>
      </pc:sldChg>
      <pc:sldChg chg="addSp modSp new mod">
        <pc:chgData name="so su" userId="738302b3be9688c2" providerId="LiveId" clId="{9735C8FC-5BC2-4C6A-8350-509BF6E119BB}" dt="2026-06-09T12:01:51.696" v="119" actId="20577"/>
        <pc:sldMkLst>
          <pc:docMk/>
          <pc:sldMk cId="1839321175" sldId="262"/>
        </pc:sldMkLst>
        <pc:spChg chg="add mod">
          <ac:chgData name="so su" userId="738302b3be9688c2" providerId="LiveId" clId="{9735C8FC-5BC2-4C6A-8350-509BF6E119BB}" dt="2026-06-09T12:01:51.696" v="119" actId="20577"/>
          <ac:spMkLst>
            <pc:docMk/>
            <pc:sldMk cId="1839321175" sldId="262"/>
            <ac:spMk id="4" creationId="{7F0E5DF1-81F4-250C-B3D5-F0A716090618}"/>
          </ac:spMkLst>
        </pc:spChg>
        <pc:picChg chg="add mod">
          <ac:chgData name="so su" userId="738302b3be9688c2" providerId="LiveId" clId="{9735C8FC-5BC2-4C6A-8350-509BF6E119BB}" dt="2026-06-09T11:47:17.767" v="63"/>
          <ac:picMkLst>
            <pc:docMk/>
            <pc:sldMk cId="1839321175" sldId="262"/>
            <ac:picMk id="3" creationId="{F9DA7951-F6E7-795E-C8C1-195191C8892E}"/>
          </ac:picMkLst>
        </pc:picChg>
      </pc:sldChg>
      <pc:sldChg chg="addSp modSp new mod">
        <pc:chgData name="so su" userId="738302b3be9688c2" providerId="LiveId" clId="{9735C8FC-5BC2-4C6A-8350-509BF6E119BB}" dt="2026-06-09T12:01:38.610" v="92" actId="20577"/>
        <pc:sldMkLst>
          <pc:docMk/>
          <pc:sldMk cId="2360830639" sldId="263"/>
        </pc:sldMkLst>
        <pc:spChg chg="add mod">
          <ac:chgData name="so su" userId="738302b3be9688c2" providerId="LiveId" clId="{9735C8FC-5BC2-4C6A-8350-509BF6E119BB}" dt="2026-06-09T12:01:38.610" v="92" actId="20577"/>
          <ac:spMkLst>
            <pc:docMk/>
            <pc:sldMk cId="2360830639" sldId="263"/>
            <ac:spMk id="4" creationId="{78E25071-DBB3-B086-6ED9-41471F49DBCC}"/>
          </ac:spMkLst>
        </pc:spChg>
        <pc:picChg chg="add mod">
          <ac:chgData name="so su" userId="738302b3be9688c2" providerId="LiveId" clId="{9735C8FC-5BC2-4C6A-8350-509BF6E119BB}" dt="2026-06-09T11:47:57.831" v="65"/>
          <ac:picMkLst>
            <pc:docMk/>
            <pc:sldMk cId="2360830639" sldId="263"/>
            <ac:picMk id="3" creationId="{522A8010-3EEC-2223-D284-2EF1D88F8175}"/>
          </ac:picMkLst>
        </pc:picChg>
      </pc:sldChg>
      <pc:sldChg chg="addSp modSp new mod">
        <pc:chgData name="so su" userId="738302b3be9688c2" providerId="LiveId" clId="{9735C8FC-5BC2-4C6A-8350-509BF6E119BB}" dt="2026-06-09T12:01:29.727" v="80" actId="20577"/>
        <pc:sldMkLst>
          <pc:docMk/>
          <pc:sldMk cId="1380009859" sldId="264"/>
        </pc:sldMkLst>
        <pc:spChg chg="add mod">
          <ac:chgData name="so su" userId="738302b3be9688c2" providerId="LiveId" clId="{9735C8FC-5BC2-4C6A-8350-509BF6E119BB}" dt="2026-06-09T12:01:29.727" v="80" actId="20577"/>
          <ac:spMkLst>
            <pc:docMk/>
            <pc:sldMk cId="1380009859" sldId="264"/>
            <ac:spMk id="4" creationId="{002AD0E1-41F0-7E46-47D8-E549E59A27BD}"/>
          </ac:spMkLst>
        </pc:spChg>
        <pc:picChg chg="add mod">
          <ac:chgData name="so su" userId="738302b3be9688c2" providerId="LiveId" clId="{9735C8FC-5BC2-4C6A-8350-509BF6E119BB}" dt="2026-06-09T11:51:19.864" v="67"/>
          <ac:picMkLst>
            <pc:docMk/>
            <pc:sldMk cId="1380009859" sldId="264"/>
            <ac:picMk id="3" creationId="{0421F60B-D85D-42E6-C840-133973F31860}"/>
          </ac:picMkLst>
        </pc:picChg>
      </pc:sldChg>
      <pc:sldChg chg="addSp modSp new mod">
        <pc:chgData name="so su" userId="738302b3be9688c2" providerId="LiveId" clId="{9735C8FC-5BC2-4C6A-8350-509BF6E119BB}" dt="2026-06-09T12:02:00.686" v="124" actId="20577"/>
        <pc:sldMkLst>
          <pc:docMk/>
          <pc:sldMk cId="607920062" sldId="265"/>
        </pc:sldMkLst>
        <pc:spChg chg="add mod">
          <ac:chgData name="so su" userId="738302b3be9688c2" providerId="LiveId" clId="{9735C8FC-5BC2-4C6A-8350-509BF6E119BB}" dt="2026-06-09T12:02:00.686" v="124" actId="20577"/>
          <ac:spMkLst>
            <pc:docMk/>
            <pc:sldMk cId="607920062" sldId="265"/>
            <ac:spMk id="4" creationId="{0F04B50C-3E3D-BD88-9F35-B63A0AAEAA0D}"/>
          </ac:spMkLst>
        </pc:spChg>
        <pc:picChg chg="add mod">
          <ac:chgData name="so su" userId="738302b3be9688c2" providerId="LiveId" clId="{9735C8FC-5BC2-4C6A-8350-509BF6E119BB}" dt="2026-06-09T11:58:33.638" v="69"/>
          <ac:picMkLst>
            <pc:docMk/>
            <pc:sldMk cId="607920062" sldId="265"/>
            <ac:picMk id="3" creationId="{140D9D38-39AC-D42B-2BBA-93AD8BC889A9}"/>
          </ac:picMkLst>
        </pc:picChg>
      </pc:sldChg>
      <pc:sldChg chg="new">
        <pc:chgData name="so su" userId="738302b3be9688c2" providerId="LiveId" clId="{9735C8FC-5BC2-4C6A-8350-509BF6E119BB}" dt="2026-06-09T11:58:42.004" v="70" actId="680"/>
        <pc:sldMkLst>
          <pc:docMk/>
          <pc:sldMk cId="1979869559" sldId="266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F5B49D-026C-DB32-0954-2B9343E8D3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BFFE34E-8539-D69E-4757-863950D9E2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E273C5-2600-76DA-F0CC-2769506752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55B9C-FE67-47C1-B4E6-1A2DD15F3A91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6FAD5B-CE6E-8599-C67F-DCB21A3496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CE27C3-0877-E79F-4AAE-9C927E7AE7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0F977-D02D-403B-9645-B802AF6E12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5664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85721D-5A3A-1199-9977-009C69B74D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1DE45A-8E20-C688-0A6A-E6EB2599C6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351A8D-BD90-72B2-0760-43A75397CD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55B9C-FE67-47C1-B4E6-1A2DD15F3A91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523641-2319-A7CC-F2AC-9A3CEF65D5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26CF4A-0C40-CC86-5860-6F3E11E98F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0F977-D02D-403B-9645-B802AF6E12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4969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3C3E5D-4F14-E861-1A2A-A1C43318AB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D67D3C-871E-FFB8-B8C6-C997E3DB79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6CFD51-4627-A6D9-218B-02445C1266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55B9C-FE67-47C1-B4E6-1A2DD15F3A91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23F1AB-3561-A866-DDB7-212FCC093C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19458A-6488-631C-D445-E91EC8F379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0F977-D02D-403B-9645-B802AF6E12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7556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428DF9-41EF-951F-901E-616638FECE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DC396E-3151-74A8-0AB4-28CACB8B4E7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F660D91-B710-CA8D-032F-80C52C1877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ED635E-57A2-8E8B-FF5E-FC1E0032A4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55B9C-FE67-47C1-B4E6-1A2DD15F3A91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515CC5-71AC-548D-29DD-1DC1F8FBAB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289200-3343-265D-B0E9-214047C318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0F977-D02D-403B-9645-B802AF6E12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47990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71D787-E1AD-0D98-DA45-3376E4D8A2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7DEE2E-8C6C-C1DD-4806-1A82671064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7010815-B846-3C72-4CA4-0853A4E17D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D891EC3-7932-68D3-CA7B-2D0C56223B0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1E4146D-B13E-4CD8-B49E-ED5E3339301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6BB0968-D540-BAA7-F96C-BBBE001CC9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55B9C-FE67-47C1-B4E6-1A2DD15F3A91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8A37ED9-FCDF-0C15-F571-584AB6D968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8A3158D-98C7-083C-9EBC-EF1C7BEA2B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0F977-D02D-403B-9645-B802AF6E12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63206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C88FE0-24E7-BA02-4D4C-B9D45B2537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664EE06-1724-F7A2-41B1-D01755D965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55B9C-FE67-47C1-B4E6-1A2DD15F3A91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C2008CC-8616-FAD1-B0C9-FA3B9F2B85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09552D-72B6-EB19-784E-DFDA9C964D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0F977-D02D-403B-9645-B802AF6E12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27532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621E21C-39BB-B8F7-2D26-54C906894B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55B9C-FE67-47C1-B4E6-1A2DD15F3A91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8CA0537-8502-195F-8BEB-E60D7D7CE7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15D63A-478C-1ED4-147B-66BBA057FB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0F977-D02D-403B-9645-B802AF6E12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48759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629928-C05C-6699-E7C4-38573B50CE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F21F64-7A00-F763-4E68-FD01708367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06EA155-9E64-502F-A858-F622E9740C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6C39E5-9ABB-FA44-80D6-5B1307F7A9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55B9C-FE67-47C1-B4E6-1A2DD15F3A91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929F59-71C3-C45A-A1F1-08003BAD0C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D7CCEE-FD65-2208-7AB1-C607251130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0F977-D02D-403B-9645-B802AF6E12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10184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687E55-5584-DD8C-A280-359545FD71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9FF9249-7A83-8DCF-D55C-8E840BCC557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BFC007-B372-9B6A-91CF-3DBCF15145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3296E5-09EA-7331-1203-7663484A67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55B9C-FE67-47C1-B4E6-1A2DD15F3A91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21D4C5-0186-AAEA-FAD5-134B9A71DF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0D3F7D-D42A-52BC-9ADF-E1F0B420AC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0F977-D02D-403B-9645-B802AF6E12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33054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3D5B21-A23A-AFB9-C17B-D661B1011D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BE4D023-EDAE-DBD0-9133-7AAE93C87D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090E2C-C294-2D1B-0110-345B9207D8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55B9C-FE67-47C1-B4E6-1A2DD15F3A91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B91819-3FA0-7810-0BAF-0207DAE411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F7F314-1236-7B24-0E0A-BF4EE90EE1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0F977-D02D-403B-9645-B802AF6E12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1898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2437B5C-DE85-1AA0-BFD5-2CCA0A3C889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A397B2D-3C2C-8F76-E3E4-8D274C7264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A2C896-217C-A10F-805E-EF71F71C6A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55B9C-FE67-47C1-B4E6-1A2DD15F3A91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41787F-DC53-2431-5D61-4DFA404789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F02D05-71CD-A361-14F9-DC12970D0E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0F977-D02D-403B-9645-B802AF6E12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03868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BD77989-EF9A-3C7E-7AA4-BF876ACF30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DAE811-056D-1DD5-DF97-69A6FE5403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A64630-0AAD-0FD6-7BB9-D7975A698FA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655B9C-FE67-47C1-B4E6-1A2DD15F3A91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55BFEE-F870-DD30-D76F-848604EF6B9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FA31A2-9F11-E0B4-F2B3-C67EDD0928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A0F977-D02D-403B-9645-B802AF6E12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14517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FCD97E-E987-D587-3A32-774AAFB6EC7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Leaf sorting game</a:t>
            </a:r>
          </a:p>
        </p:txBody>
      </p:sp>
    </p:spTree>
    <p:extLst>
      <p:ext uri="{BB962C8B-B14F-4D97-AF65-F5344CB8AC3E}">
        <p14:creationId xmlns:p14="http://schemas.microsoft.com/office/powerpoint/2010/main" val="41684488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CD62CCA-F165-DCDD-CA7A-B98843FD27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6581"/>
            <a:ext cx="12192000" cy="680483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B87C166-6BE7-7327-BBB1-046267D83425}"/>
              </a:ext>
            </a:extLst>
          </p:cNvPr>
          <p:cNvSpPr txBox="1"/>
          <p:nvPr/>
        </p:nvSpPr>
        <p:spPr>
          <a:xfrm>
            <a:off x="397164" y="323273"/>
            <a:ext cx="13957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Butterfly Pea</a:t>
            </a:r>
          </a:p>
        </p:txBody>
      </p:sp>
    </p:spTree>
    <p:extLst>
      <p:ext uri="{BB962C8B-B14F-4D97-AF65-F5344CB8AC3E}">
        <p14:creationId xmlns:p14="http://schemas.microsoft.com/office/powerpoint/2010/main" val="10712746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00A85BB-B303-3AD8-A0BB-2258002E91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1298"/>
            <a:ext cx="12192000" cy="681540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91D616F-83AB-172F-17D3-7B7862699F28}"/>
              </a:ext>
            </a:extLst>
          </p:cNvPr>
          <p:cNvSpPr txBox="1"/>
          <p:nvPr/>
        </p:nvSpPr>
        <p:spPr>
          <a:xfrm>
            <a:off x="544945" y="350982"/>
            <a:ext cx="8875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Tomato</a:t>
            </a:r>
          </a:p>
        </p:txBody>
      </p:sp>
    </p:spTree>
    <p:extLst>
      <p:ext uri="{BB962C8B-B14F-4D97-AF65-F5344CB8AC3E}">
        <p14:creationId xmlns:p14="http://schemas.microsoft.com/office/powerpoint/2010/main" val="24305954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072F31F-2CCD-C5C1-3B82-C7DA0C113E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6581"/>
            <a:ext cx="12192000" cy="680483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4DCDBBA-20A3-AE44-7195-F529C59CD071}"/>
              </a:ext>
            </a:extLst>
          </p:cNvPr>
          <p:cNvSpPr txBox="1"/>
          <p:nvPr/>
        </p:nvSpPr>
        <p:spPr>
          <a:xfrm>
            <a:off x="415636" y="314036"/>
            <a:ext cx="7489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Neem</a:t>
            </a:r>
          </a:p>
        </p:txBody>
      </p:sp>
    </p:spTree>
    <p:extLst>
      <p:ext uri="{BB962C8B-B14F-4D97-AF65-F5344CB8AC3E}">
        <p14:creationId xmlns:p14="http://schemas.microsoft.com/office/powerpoint/2010/main" val="17168755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19E2766-8050-7D18-26F5-42F8B09031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7624" y="0"/>
            <a:ext cx="12239624" cy="683141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1FC3B4F-58A5-1FFA-B4AF-6AAD8D9C12AA}"/>
              </a:ext>
            </a:extLst>
          </p:cNvPr>
          <p:cNvSpPr txBox="1"/>
          <p:nvPr/>
        </p:nvSpPr>
        <p:spPr>
          <a:xfrm>
            <a:off x="1357745" y="637309"/>
            <a:ext cx="10965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Curry leaf</a:t>
            </a:r>
          </a:p>
        </p:txBody>
      </p:sp>
    </p:spTree>
    <p:extLst>
      <p:ext uri="{BB962C8B-B14F-4D97-AF65-F5344CB8AC3E}">
        <p14:creationId xmlns:p14="http://schemas.microsoft.com/office/powerpoint/2010/main" val="18285237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41921DB-4FFF-11D6-A923-769388E41E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D0A1DA9-CD50-B898-BD73-D54421D1C70E}"/>
              </a:ext>
            </a:extLst>
          </p:cNvPr>
          <p:cNvSpPr txBox="1"/>
          <p:nvPr/>
        </p:nvSpPr>
        <p:spPr>
          <a:xfrm>
            <a:off x="230910" y="424873"/>
            <a:ext cx="10328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Rain tree</a:t>
            </a:r>
          </a:p>
        </p:txBody>
      </p:sp>
    </p:spTree>
    <p:extLst>
      <p:ext uri="{BB962C8B-B14F-4D97-AF65-F5344CB8AC3E}">
        <p14:creationId xmlns:p14="http://schemas.microsoft.com/office/powerpoint/2010/main" val="40541454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9DA7951-F6E7-795E-C8C1-195191C889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1298"/>
            <a:ext cx="12192000" cy="681540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F0E5DF1-81F4-250C-B3D5-F0A716090618}"/>
              </a:ext>
            </a:extLst>
          </p:cNvPr>
          <p:cNvSpPr txBox="1"/>
          <p:nvPr/>
        </p:nvSpPr>
        <p:spPr>
          <a:xfrm>
            <a:off x="609600" y="471055"/>
            <a:ext cx="14657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Touch me not</a:t>
            </a:r>
          </a:p>
        </p:txBody>
      </p:sp>
    </p:spTree>
    <p:extLst>
      <p:ext uri="{BB962C8B-B14F-4D97-AF65-F5344CB8AC3E}">
        <p14:creationId xmlns:p14="http://schemas.microsoft.com/office/powerpoint/2010/main" val="18393211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22A8010-3EEC-2223-D284-2EF1D88F81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6581"/>
            <a:ext cx="12192000" cy="680483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8E25071-DBB3-B086-6ED9-41471F49DBCC}"/>
              </a:ext>
            </a:extLst>
          </p:cNvPr>
          <p:cNvSpPr txBox="1"/>
          <p:nvPr/>
        </p:nvSpPr>
        <p:spPr>
          <a:xfrm>
            <a:off x="277091" y="323273"/>
            <a:ext cx="9682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Coconut</a:t>
            </a:r>
          </a:p>
        </p:txBody>
      </p:sp>
    </p:spTree>
    <p:extLst>
      <p:ext uri="{BB962C8B-B14F-4D97-AF65-F5344CB8AC3E}">
        <p14:creationId xmlns:p14="http://schemas.microsoft.com/office/powerpoint/2010/main" val="23608306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421F60B-D85D-42E6-C840-133973F318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6581"/>
            <a:ext cx="12192000" cy="680483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02AD0E1-41F0-7E46-47D8-E549E59A27BD}"/>
              </a:ext>
            </a:extLst>
          </p:cNvPr>
          <p:cNvSpPr txBox="1"/>
          <p:nvPr/>
        </p:nvSpPr>
        <p:spPr>
          <a:xfrm>
            <a:off x="397164" y="286327"/>
            <a:ext cx="11448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Marijuana</a:t>
            </a:r>
          </a:p>
        </p:txBody>
      </p:sp>
    </p:spTree>
    <p:extLst>
      <p:ext uri="{BB962C8B-B14F-4D97-AF65-F5344CB8AC3E}">
        <p14:creationId xmlns:p14="http://schemas.microsoft.com/office/powerpoint/2010/main" val="13800098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40D9D38-39AC-D42B-2BBA-93AD8BC889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6581"/>
            <a:ext cx="12192000" cy="680483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F04B50C-3E3D-BD88-9F35-B63A0AAEAA0D}"/>
              </a:ext>
            </a:extLst>
          </p:cNvPr>
          <p:cNvSpPr txBox="1"/>
          <p:nvPr/>
        </p:nvSpPr>
        <p:spPr>
          <a:xfrm>
            <a:off x="609600" y="415636"/>
            <a:ext cx="6319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Rose</a:t>
            </a:r>
          </a:p>
        </p:txBody>
      </p:sp>
    </p:spTree>
    <p:extLst>
      <p:ext uri="{BB962C8B-B14F-4D97-AF65-F5344CB8AC3E}">
        <p14:creationId xmlns:p14="http://schemas.microsoft.com/office/powerpoint/2010/main" val="6079200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17</Words>
  <Application>Microsoft Office PowerPoint</Application>
  <PresentationFormat>Widescreen</PresentationFormat>
  <Paragraphs>10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Leaf sorting game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so su</dc:creator>
  <cp:lastModifiedBy>User1</cp:lastModifiedBy>
  <cp:revision>2</cp:revision>
  <dcterms:created xsi:type="dcterms:W3CDTF">2026-06-09T11:28:26Z</dcterms:created>
  <dcterms:modified xsi:type="dcterms:W3CDTF">2026-08-20T06:38:31Z</dcterms:modified>
</cp:coreProperties>
</file>