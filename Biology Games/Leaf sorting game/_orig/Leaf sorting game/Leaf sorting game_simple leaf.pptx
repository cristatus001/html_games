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 su" userId="738302b3be9688c2" providerId="LiveId" clId="{9735C8FC-5BC2-4C6A-8350-509BF6E119BB}"/>
    <pc:docChg chg="undo custSel addSld modSld">
      <pc:chgData name="so su" userId="738302b3be9688c2" providerId="LiveId" clId="{9735C8FC-5BC2-4C6A-8350-509BF6E119BB}" dt="2026-06-09T11:32:48.768" v="156" actId="20577"/>
      <pc:docMkLst>
        <pc:docMk/>
      </pc:docMkLst>
      <pc:sldChg chg="addSp modSp mod">
        <pc:chgData name="so su" userId="738302b3be9688c2" providerId="LiveId" clId="{9735C8FC-5BC2-4C6A-8350-509BF6E119BB}" dt="2026-06-09T10:47:14.301" v="9" actId="20577"/>
        <pc:sldMkLst>
          <pc:docMk/>
          <pc:sldMk cId="2086265983" sldId="257"/>
        </pc:sldMkLst>
        <pc:spChg chg="add mod">
          <ac:chgData name="so su" userId="738302b3be9688c2" providerId="LiveId" clId="{9735C8FC-5BC2-4C6A-8350-509BF6E119BB}" dt="2026-06-09T10:47:14.301" v="9" actId="20577"/>
          <ac:spMkLst>
            <pc:docMk/>
            <pc:sldMk cId="2086265983" sldId="257"/>
            <ac:spMk id="6" creationId="{F5DCC8D2-52CC-72E4-D6C9-A8C16A84A48A}"/>
          </ac:spMkLst>
        </pc:spChg>
        <pc:picChg chg="add mod">
          <ac:chgData name="so su" userId="738302b3be9688c2" providerId="LiveId" clId="{9735C8FC-5BC2-4C6A-8350-509BF6E119BB}" dt="2026-06-09T10:47:05.116" v="2" actId="14100"/>
          <ac:picMkLst>
            <pc:docMk/>
            <pc:sldMk cId="2086265983" sldId="257"/>
            <ac:picMk id="5" creationId="{3724B4D3-5F3B-665C-663C-7471FDB1F7C5}"/>
          </ac:picMkLst>
        </pc:picChg>
      </pc:sldChg>
      <pc:sldChg chg="addSp modSp new mod">
        <pc:chgData name="so su" userId="738302b3be9688c2" providerId="LiveId" clId="{9735C8FC-5BC2-4C6A-8350-509BF6E119BB}" dt="2026-06-09T11:12:57.039" v="40" actId="20577"/>
        <pc:sldMkLst>
          <pc:docMk/>
          <pc:sldMk cId="769387428" sldId="258"/>
        </pc:sldMkLst>
        <pc:spChg chg="add mod">
          <ac:chgData name="so su" userId="738302b3be9688c2" providerId="LiveId" clId="{9735C8FC-5BC2-4C6A-8350-509BF6E119BB}" dt="2026-06-09T11:12:57.039" v="40" actId="20577"/>
          <ac:spMkLst>
            <pc:docMk/>
            <pc:sldMk cId="769387428" sldId="258"/>
            <ac:spMk id="4" creationId="{CB77EBEB-93F0-56B1-AD89-305A51D97426}"/>
          </ac:spMkLst>
        </pc:spChg>
        <pc:picChg chg="add mod">
          <ac:chgData name="so su" userId="738302b3be9688c2" providerId="LiveId" clId="{9735C8FC-5BC2-4C6A-8350-509BF6E119BB}" dt="2026-06-09T10:52:18.020" v="12" actId="1076"/>
          <ac:picMkLst>
            <pc:docMk/>
            <pc:sldMk cId="769387428" sldId="258"/>
            <ac:picMk id="3" creationId="{F7817E68-BC2A-7B06-DEC1-F5241AC27697}"/>
          </ac:picMkLst>
        </pc:picChg>
      </pc:sldChg>
      <pc:sldChg chg="addSp modSp new mod">
        <pc:chgData name="so su" userId="738302b3be9688c2" providerId="LiveId" clId="{9735C8FC-5BC2-4C6A-8350-509BF6E119BB}" dt="2026-06-09T11:13:04.093" v="47" actId="20577"/>
        <pc:sldMkLst>
          <pc:docMk/>
          <pc:sldMk cId="1790267958" sldId="259"/>
        </pc:sldMkLst>
        <pc:spChg chg="add mod">
          <ac:chgData name="so su" userId="738302b3be9688c2" providerId="LiveId" clId="{9735C8FC-5BC2-4C6A-8350-509BF6E119BB}" dt="2026-06-09T11:13:04.093" v="47" actId="20577"/>
          <ac:spMkLst>
            <pc:docMk/>
            <pc:sldMk cId="1790267958" sldId="259"/>
            <ac:spMk id="4" creationId="{DC44B397-25A6-490B-7B1E-81A1BDF45137}"/>
          </ac:spMkLst>
        </pc:spChg>
        <pc:picChg chg="add">
          <ac:chgData name="so su" userId="738302b3be9688c2" providerId="LiveId" clId="{9735C8FC-5BC2-4C6A-8350-509BF6E119BB}" dt="2026-06-09T10:55:13.290" v="14" actId="22"/>
          <ac:picMkLst>
            <pc:docMk/>
            <pc:sldMk cId="1790267958" sldId="259"/>
            <ac:picMk id="3" creationId="{1EF91108-9D13-2E5D-0ADF-77E2BEA645EA}"/>
          </ac:picMkLst>
        </pc:picChg>
      </pc:sldChg>
      <pc:sldChg chg="addSp modSp new mod">
        <pc:chgData name="so su" userId="738302b3be9688c2" providerId="LiveId" clId="{9735C8FC-5BC2-4C6A-8350-509BF6E119BB}" dt="2026-06-09T11:12:50.750" v="34" actId="20577"/>
        <pc:sldMkLst>
          <pc:docMk/>
          <pc:sldMk cId="3157695111" sldId="260"/>
        </pc:sldMkLst>
        <pc:spChg chg="add mod">
          <ac:chgData name="so su" userId="738302b3be9688c2" providerId="LiveId" clId="{9735C8FC-5BC2-4C6A-8350-509BF6E119BB}" dt="2026-06-09T11:12:50.750" v="34" actId="20577"/>
          <ac:spMkLst>
            <pc:docMk/>
            <pc:sldMk cId="3157695111" sldId="260"/>
            <ac:spMk id="4" creationId="{57C458AD-A531-5135-2D2F-D4BBA3F17E06}"/>
          </ac:spMkLst>
        </pc:spChg>
        <pc:picChg chg="add mod">
          <ac:chgData name="so su" userId="738302b3be9688c2" providerId="LiveId" clId="{9735C8FC-5BC2-4C6A-8350-509BF6E119BB}" dt="2026-06-09T11:12:41.857" v="25"/>
          <ac:picMkLst>
            <pc:docMk/>
            <pc:sldMk cId="3157695111" sldId="260"/>
            <ac:picMk id="3" creationId="{D6211582-D101-4372-B094-F63669DE6060}"/>
          </ac:picMkLst>
        </pc:picChg>
      </pc:sldChg>
      <pc:sldChg chg="addSp modSp new mod">
        <pc:chgData name="so su" userId="738302b3be9688c2" providerId="LiveId" clId="{9735C8FC-5BC2-4C6A-8350-509BF6E119BB}" dt="2026-06-09T11:10:56.590" v="24" actId="20577"/>
        <pc:sldMkLst>
          <pc:docMk/>
          <pc:sldMk cId="1674927760" sldId="261"/>
        </pc:sldMkLst>
        <pc:spChg chg="add mod">
          <ac:chgData name="so su" userId="738302b3be9688c2" providerId="LiveId" clId="{9735C8FC-5BC2-4C6A-8350-509BF6E119BB}" dt="2026-06-09T11:10:56.590" v="24" actId="20577"/>
          <ac:spMkLst>
            <pc:docMk/>
            <pc:sldMk cId="1674927760" sldId="261"/>
            <ac:spMk id="4" creationId="{C3F8BF79-3F21-B108-21F1-8CA878507980}"/>
          </ac:spMkLst>
        </pc:spChg>
        <pc:picChg chg="add mod">
          <ac:chgData name="so su" userId="738302b3be9688c2" providerId="LiveId" clId="{9735C8FC-5BC2-4C6A-8350-509BF6E119BB}" dt="2026-06-09T11:10:42.324" v="17"/>
          <ac:picMkLst>
            <pc:docMk/>
            <pc:sldMk cId="1674927760" sldId="261"/>
            <ac:picMk id="3" creationId="{5A47FBE6-BE2F-536C-F132-D926050D9CFC}"/>
          </ac:picMkLst>
        </pc:picChg>
      </pc:sldChg>
      <pc:sldChg chg="addSp modSp new mod">
        <pc:chgData name="so su" userId="738302b3be9688c2" providerId="LiveId" clId="{9735C8FC-5BC2-4C6A-8350-509BF6E119BB}" dt="2026-06-09T11:17:51.568" v="102" actId="20577"/>
        <pc:sldMkLst>
          <pc:docMk/>
          <pc:sldMk cId="3623790188" sldId="262"/>
        </pc:sldMkLst>
        <pc:spChg chg="add mod">
          <ac:chgData name="so su" userId="738302b3be9688c2" providerId="LiveId" clId="{9735C8FC-5BC2-4C6A-8350-509BF6E119BB}" dt="2026-06-09T11:17:51.568" v="102" actId="20577"/>
          <ac:spMkLst>
            <pc:docMk/>
            <pc:sldMk cId="3623790188" sldId="262"/>
            <ac:spMk id="6" creationId="{7DF2F05F-33BB-80C9-96FF-E01D520A0A27}"/>
          </ac:spMkLst>
        </pc:spChg>
        <pc:picChg chg="add mod">
          <ac:chgData name="so su" userId="738302b3be9688c2" providerId="LiveId" clId="{9735C8FC-5BC2-4C6A-8350-509BF6E119BB}" dt="2026-06-09T11:15:17.727" v="94" actId="14100"/>
          <ac:picMkLst>
            <pc:docMk/>
            <pc:sldMk cId="3623790188" sldId="262"/>
            <ac:picMk id="3" creationId="{62C49D36-7E02-1655-CA07-155488012F65}"/>
          </ac:picMkLst>
        </pc:picChg>
        <pc:picChg chg="add mod">
          <ac:chgData name="so su" userId="738302b3be9688c2" providerId="LiveId" clId="{9735C8FC-5BC2-4C6A-8350-509BF6E119BB}" dt="2026-06-09T11:17:33.027" v="95"/>
          <ac:picMkLst>
            <pc:docMk/>
            <pc:sldMk cId="3623790188" sldId="262"/>
            <ac:picMk id="5" creationId="{E856E149-D53F-F6B8-82FF-FD8E6DD722F7}"/>
          </ac:picMkLst>
        </pc:picChg>
      </pc:sldChg>
      <pc:sldChg chg="addSp delSp modSp new mod">
        <pc:chgData name="so su" userId="738302b3be9688c2" providerId="LiveId" clId="{9735C8FC-5BC2-4C6A-8350-509BF6E119BB}" dt="2026-06-09T11:22:39.600" v="122" actId="20577"/>
        <pc:sldMkLst>
          <pc:docMk/>
          <pc:sldMk cId="3778347322" sldId="263"/>
        </pc:sldMkLst>
        <pc:spChg chg="add mod">
          <ac:chgData name="so su" userId="738302b3be9688c2" providerId="LiveId" clId="{9735C8FC-5BC2-4C6A-8350-509BF6E119BB}" dt="2026-06-09T11:22:39.600" v="122" actId="20577"/>
          <ac:spMkLst>
            <pc:docMk/>
            <pc:sldMk cId="3778347322" sldId="263"/>
            <ac:spMk id="6" creationId="{F27A9BE4-4854-1D22-933A-F7B1B9617F5B}"/>
          </ac:spMkLst>
        </pc:spChg>
        <pc:picChg chg="add del mod">
          <ac:chgData name="so su" userId="738302b3be9688c2" providerId="LiveId" clId="{9735C8FC-5BC2-4C6A-8350-509BF6E119BB}" dt="2026-06-09T11:21:51.838" v="105" actId="478"/>
          <ac:picMkLst>
            <pc:docMk/>
            <pc:sldMk cId="3778347322" sldId="263"/>
            <ac:picMk id="3" creationId="{0B4E13F4-30E3-2BF4-95DE-B5B4E769703D}"/>
          </ac:picMkLst>
        </pc:picChg>
        <pc:picChg chg="add mod">
          <ac:chgData name="so su" userId="738302b3be9688c2" providerId="LiveId" clId="{9735C8FC-5BC2-4C6A-8350-509BF6E119BB}" dt="2026-06-09T11:22:30.403" v="106"/>
          <ac:picMkLst>
            <pc:docMk/>
            <pc:sldMk cId="3778347322" sldId="263"/>
            <ac:picMk id="5" creationId="{FFB628E7-5DCE-4E27-478E-FEA348889448}"/>
          </ac:picMkLst>
        </pc:picChg>
      </pc:sldChg>
      <pc:sldChg chg="addSp modSp new mod">
        <pc:chgData name="so su" userId="738302b3be9688c2" providerId="LiveId" clId="{9735C8FC-5BC2-4C6A-8350-509BF6E119BB}" dt="2026-06-09T11:29:46.720" v="137" actId="20577"/>
        <pc:sldMkLst>
          <pc:docMk/>
          <pc:sldMk cId="288537186" sldId="264"/>
        </pc:sldMkLst>
        <pc:spChg chg="add mod">
          <ac:chgData name="so su" userId="738302b3be9688c2" providerId="LiveId" clId="{9735C8FC-5BC2-4C6A-8350-509BF6E119BB}" dt="2026-06-09T11:29:46.720" v="137" actId="20577"/>
          <ac:spMkLst>
            <pc:docMk/>
            <pc:sldMk cId="288537186" sldId="264"/>
            <ac:spMk id="4" creationId="{41D3C75B-DFCF-EC93-96EB-784AAB34BA2E}"/>
          </ac:spMkLst>
        </pc:spChg>
        <pc:picChg chg="add mod">
          <ac:chgData name="so su" userId="738302b3be9688c2" providerId="LiveId" clId="{9735C8FC-5BC2-4C6A-8350-509BF6E119BB}" dt="2026-06-09T11:29:37.277" v="124"/>
          <ac:picMkLst>
            <pc:docMk/>
            <pc:sldMk cId="288537186" sldId="264"/>
            <ac:picMk id="3" creationId="{CC3AD924-55F2-8C93-6E9F-19986B0E653C}"/>
          </ac:picMkLst>
        </pc:picChg>
      </pc:sldChg>
      <pc:sldChg chg="addSp modSp new mod">
        <pc:chgData name="so su" userId="738302b3be9688c2" providerId="LiveId" clId="{9735C8FC-5BC2-4C6A-8350-509BF6E119BB}" dt="2026-06-09T11:32:07.809" v="147" actId="20577"/>
        <pc:sldMkLst>
          <pc:docMk/>
          <pc:sldMk cId="3176515525" sldId="265"/>
        </pc:sldMkLst>
        <pc:spChg chg="add mod">
          <ac:chgData name="so su" userId="738302b3be9688c2" providerId="LiveId" clId="{9735C8FC-5BC2-4C6A-8350-509BF6E119BB}" dt="2026-06-09T11:32:07.809" v="147" actId="20577"/>
          <ac:spMkLst>
            <pc:docMk/>
            <pc:sldMk cId="3176515525" sldId="265"/>
            <ac:spMk id="4" creationId="{2021B90F-973D-4634-165D-481154396C2E}"/>
          </ac:spMkLst>
        </pc:spChg>
        <pc:picChg chg="add mod">
          <ac:chgData name="so su" userId="738302b3be9688c2" providerId="LiveId" clId="{9735C8FC-5BC2-4C6A-8350-509BF6E119BB}" dt="2026-06-09T11:32:00.662" v="139"/>
          <ac:picMkLst>
            <pc:docMk/>
            <pc:sldMk cId="3176515525" sldId="265"/>
            <ac:picMk id="3" creationId="{713DBA94-BE6C-7D22-BDDB-75E0A6BA3D23}"/>
          </ac:picMkLst>
        </pc:picChg>
      </pc:sldChg>
      <pc:sldChg chg="addSp modSp new mod">
        <pc:chgData name="so su" userId="738302b3be9688c2" providerId="LiveId" clId="{9735C8FC-5BC2-4C6A-8350-509BF6E119BB}" dt="2026-06-09T11:32:48.768" v="156" actId="20577"/>
        <pc:sldMkLst>
          <pc:docMk/>
          <pc:sldMk cId="993539062" sldId="266"/>
        </pc:sldMkLst>
        <pc:spChg chg="add mod">
          <ac:chgData name="so su" userId="738302b3be9688c2" providerId="LiveId" clId="{9735C8FC-5BC2-4C6A-8350-509BF6E119BB}" dt="2026-06-09T11:32:48.768" v="156" actId="20577"/>
          <ac:spMkLst>
            <pc:docMk/>
            <pc:sldMk cId="993539062" sldId="266"/>
            <ac:spMk id="4" creationId="{FE006CB1-F5F3-53A5-A689-1C175CC0777C}"/>
          </ac:spMkLst>
        </pc:spChg>
        <pc:picChg chg="add mod">
          <ac:chgData name="so su" userId="738302b3be9688c2" providerId="LiveId" clId="{9735C8FC-5BC2-4C6A-8350-509BF6E119BB}" dt="2026-06-09T11:32:40.248" v="149"/>
          <ac:picMkLst>
            <pc:docMk/>
            <pc:sldMk cId="993539062" sldId="266"/>
            <ac:picMk id="3" creationId="{469E9E08-98FA-CE10-6C74-192C8D5B764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C17CC-02DA-0F0F-C8FD-9CCA19409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11595B-3628-FC94-0C9A-CD2917996B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941D6-5EE9-3A1B-5C0D-054555861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93236-3A57-4487-8CA0-28D95962289D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96891-7A26-BC9F-CEC8-87DE5EA37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5626B-A479-E407-101D-94BA0E6D6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13E0B-BDFE-4D73-A264-DC8C101B9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449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16F58-74AF-E5C8-78F3-EEF683BFB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2F5D1-F1B7-50B7-AF53-83CE8C0E4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19101-CC52-3DCC-9769-672DA2897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93236-3A57-4487-8CA0-28D95962289D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FAF08-A47F-318C-9819-5B6ABC611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6286B-26C4-34FD-7D2F-DCB5B10E5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13E0B-BDFE-4D73-A264-DC8C101B9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889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8435C-6748-C3D8-0C56-076C251A3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6CD4F-2857-610E-A3F8-E81753E81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7BB0F-7C0E-1BCE-9B9B-6DAF1097F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93236-3A57-4487-8CA0-28D95962289D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8E0F7-C495-BB7F-6D08-B00EDBAAD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09973-5D5E-F399-9D03-C8D02817B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13E0B-BDFE-4D73-A264-DC8C101B9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290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B3547-6B79-4482-0CB1-503FE3C3E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D1E30-5FD6-5B7F-FC9C-25FBE81430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3E6645-89B4-7B18-CDA1-0F13FAA4B8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34BE15-7BF8-37AD-D0DB-08901AC22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93236-3A57-4487-8CA0-28D95962289D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43357A-703B-6310-3B3A-A847D84B3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07B46-522D-29CE-30D5-474AA2C16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13E0B-BDFE-4D73-A264-DC8C101B9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519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E111F-17CC-87C7-AF53-6EF6DFBDB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E10F60-922E-27C9-B10F-E7887FD2A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E8052F-3A3F-729A-3856-84B879A98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1A104F-23EF-71C2-652B-BF29909A9C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CC8B74-C41E-29F0-3949-AFD6320497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AFCF2F-FB4E-F1A5-994E-6AB58FB8F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93236-3A57-4487-8CA0-28D95962289D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8CF864-0229-4548-45FF-CD2E5AF5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0BA5E3-2E31-86AF-02FC-FF37F864E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13E0B-BDFE-4D73-A264-DC8C101B9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431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A24B6-71C4-AAC5-5C68-EE3F55ED2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A56F05-978B-8BCC-25D2-FDF6B03D4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93236-3A57-4487-8CA0-28D95962289D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792FE-CF77-C667-2C93-54C08BF94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711280-1B29-28B1-F967-54D4424E5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13E0B-BDFE-4D73-A264-DC8C101B9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735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25590D-7308-26E6-1F8E-B089B3952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93236-3A57-4487-8CA0-28D95962289D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963A35-26E1-4B98-F479-B8CA169EA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4D0EDD-DC42-CE00-82FA-6B6F02FC6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13E0B-BDFE-4D73-A264-DC8C101B9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360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77955-1A21-5341-B268-3B223CD6E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F6AF5-5E55-B3D9-99A9-A002C3A6B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426B9E-2138-6F2D-851B-AA25F4732A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64A51-9B32-E66D-B6BE-81305AA0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93236-3A57-4487-8CA0-28D95962289D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CD2854-CE27-40DA-5AE7-776774E0A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F7E407-3EE6-67D3-AE11-73C3020C7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13E0B-BDFE-4D73-A264-DC8C101B9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531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AD360-9C6E-3F41-7809-6747E614B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62E995-BBAF-3744-1029-9ECF992256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C6197C-1300-62F1-1E0E-4915B1798B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1064F2-C67E-CA6C-AE41-AB0EA5D6D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93236-3A57-4487-8CA0-28D95962289D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1962CB-E6BF-8A6E-125F-8BEF568B6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F2A503-73C0-9C5B-8267-89A5F8285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13E0B-BDFE-4D73-A264-DC8C101B9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62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4CA53-DC4F-A267-0467-A67C0E0BC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460E3F-EF2D-B6E5-222A-99CA4B67D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3B08F3-775F-53E6-C9FD-EDD42A505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93236-3A57-4487-8CA0-28D95962289D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6DF8F-942C-F85F-0EDB-9D5B67293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9BE3E3-206F-C3F3-01CF-D91D043FB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13E0B-BDFE-4D73-A264-DC8C101B9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861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09E5F4-D691-F840-3B92-455C78D48D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9B37B7-DA52-FFBA-5A54-876ACE1AE6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A05218-8F98-D73D-4E35-6C4CC05DE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93236-3A57-4487-8CA0-28D95962289D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7CAC5-4EB8-1B57-8035-BC45D4A1C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FB912-245A-8F5D-A4ED-04702EA32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13E0B-BDFE-4D73-A264-DC8C101B9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112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F78ED9-0696-1883-6460-70C770275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F4DF6-226D-6A84-920F-467DD47C8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676C1-63D1-4F16-6DDB-B4E7CA3C1B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593236-3A57-4487-8CA0-28D95962289D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78F1F-1DCF-8722-C1A6-D4362349A4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121E6-01B0-E96B-DCEB-50ECC56CCF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13E0B-BDFE-4D73-A264-DC8C101B9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617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3D339-1252-9108-D631-A81FD312BC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Leaf sorting game</a:t>
            </a:r>
          </a:p>
        </p:txBody>
      </p:sp>
    </p:spTree>
    <p:extLst>
      <p:ext uri="{BB962C8B-B14F-4D97-AF65-F5344CB8AC3E}">
        <p14:creationId xmlns:p14="http://schemas.microsoft.com/office/powerpoint/2010/main" val="4103690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24B4D3-5F3B-665C-663C-7471FDB1F7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83127"/>
            <a:ext cx="12230100" cy="66709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DCC8D2-52CC-72E4-D6C9-A8C16A84A48A}"/>
              </a:ext>
            </a:extLst>
          </p:cNvPr>
          <p:cNvSpPr txBox="1"/>
          <p:nvPr/>
        </p:nvSpPr>
        <p:spPr>
          <a:xfrm>
            <a:off x="230909" y="304800"/>
            <a:ext cx="843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Mango</a:t>
            </a:r>
          </a:p>
        </p:txBody>
      </p:sp>
    </p:spTree>
    <p:extLst>
      <p:ext uri="{BB962C8B-B14F-4D97-AF65-F5344CB8AC3E}">
        <p14:creationId xmlns:p14="http://schemas.microsoft.com/office/powerpoint/2010/main" val="2086265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817E68-BC2A-7B06-DEC1-F5241AC276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3018" y="639617"/>
            <a:ext cx="4525963" cy="45259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77EBEB-93F0-56B1-AD89-305A51D97426}"/>
              </a:ext>
            </a:extLst>
          </p:cNvPr>
          <p:cNvSpPr txBox="1"/>
          <p:nvPr/>
        </p:nvSpPr>
        <p:spPr>
          <a:xfrm>
            <a:off x="585926" y="452761"/>
            <a:ext cx="770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Guava</a:t>
            </a:r>
          </a:p>
        </p:txBody>
      </p:sp>
    </p:spTree>
    <p:extLst>
      <p:ext uri="{BB962C8B-B14F-4D97-AF65-F5344CB8AC3E}">
        <p14:creationId xmlns:p14="http://schemas.microsoft.com/office/powerpoint/2010/main" val="769387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211582-D101-4372-B094-F63669DE60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C458AD-A531-5135-2D2F-D4BBA3F17E06}"/>
              </a:ext>
            </a:extLst>
          </p:cNvPr>
          <p:cNvSpPr txBox="1"/>
          <p:nvPr/>
        </p:nvSpPr>
        <p:spPr>
          <a:xfrm>
            <a:off x="656948" y="372862"/>
            <a:ext cx="955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Hibiscus</a:t>
            </a:r>
          </a:p>
        </p:txBody>
      </p:sp>
    </p:spTree>
    <p:extLst>
      <p:ext uri="{BB962C8B-B14F-4D97-AF65-F5344CB8AC3E}">
        <p14:creationId xmlns:p14="http://schemas.microsoft.com/office/powerpoint/2010/main" val="3157695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F91108-9D13-2E5D-0ADF-77E2BEA64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298"/>
            <a:ext cx="12192000" cy="68154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44B397-25A6-490B-7B1E-81A1BDF45137}"/>
              </a:ext>
            </a:extLst>
          </p:cNvPr>
          <p:cNvSpPr txBox="1"/>
          <p:nvPr/>
        </p:nvSpPr>
        <p:spPr>
          <a:xfrm>
            <a:off x="870012" y="488272"/>
            <a:ext cx="814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Peepal</a:t>
            </a:r>
          </a:p>
        </p:txBody>
      </p:sp>
    </p:spTree>
    <p:extLst>
      <p:ext uri="{BB962C8B-B14F-4D97-AF65-F5344CB8AC3E}">
        <p14:creationId xmlns:p14="http://schemas.microsoft.com/office/powerpoint/2010/main" val="1790267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47FBE6-BE2F-536C-F132-D926050D9C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3F8BF79-3F21-B108-21F1-8CA878507980}"/>
              </a:ext>
            </a:extLst>
          </p:cNvPr>
          <p:cNvSpPr txBox="1"/>
          <p:nvPr/>
        </p:nvSpPr>
        <p:spPr>
          <a:xfrm>
            <a:off x="692458" y="337351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Banana</a:t>
            </a:r>
          </a:p>
        </p:txBody>
      </p:sp>
    </p:spTree>
    <p:extLst>
      <p:ext uri="{BB962C8B-B14F-4D97-AF65-F5344CB8AC3E}">
        <p14:creationId xmlns:p14="http://schemas.microsoft.com/office/powerpoint/2010/main" val="1674927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56E149-D53F-F6B8-82FF-FD8E6DD722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F2F05F-33BB-80C9-96FF-E01D520A0A27}"/>
              </a:ext>
            </a:extLst>
          </p:cNvPr>
          <p:cNvSpPr txBox="1"/>
          <p:nvPr/>
        </p:nvSpPr>
        <p:spPr>
          <a:xfrm>
            <a:off x="317241" y="391886"/>
            <a:ext cx="848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Papaya</a:t>
            </a:r>
          </a:p>
        </p:txBody>
      </p:sp>
    </p:spTree>
    <p:extLst>
      <p:ext uri="{BB962C8B-B14F-4D97-AF65-F5344CB8AC3E}">
        <p14:creationId xmlns:p14="http://schemas.microsoft.com/office/powerpoint/2010/main" val="3623790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FB628E7-5DCE-4E27-478E-FEA3488894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7A9BE4-4854-1D22-933A-F7B1B9617F5B}"/>
              </a:ext>
            </a:extLst>
          </p:cNvPr>
          <p:cNvSpPr txBox="1"/>
          <p:nvPr/>
        </p:nvSpPr>
        <p:spPr>
          <a:xfrm>
            <a:off x="503853" y="522514"/>
            <a:ext cx="1737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Malabar spinach</a:t>
            </a:r>
          </a:p>
        </p:txBody>
      </p:sp>
    </p:spTree>
    <p:extLst>
      <p:ext uri="{BB962C8B-B14F-4D97-AF65-F5344CB8AC3E}">
        <p14:creationId xmlns:p14="http://schemas.microsoft.com/office/powerpoint/2010/main" val="3778347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3AD924-55F2-8C93-6E9F-19986B0E65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1D3C75B-DFCF-EC93-96EB-784AAB34BA2E}"/>
              </a:ext>
            </a:extLst>
          </p:cNvPr>
          <p:cNvSpPr txBox="1"/>
          <p:nvPr/>
        </p:nvSpPr>
        <p:spPr>
          <a:xfrm>
            <a:off x="475861" y="457200"/>
            <a:ext cx="1133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Calotropis</a:t>
            </a:r>
          </a:p>
        </p:txBody>
      </p:sp>
    </p:spTree>
    <p:extLst>
      <p:ext uri="{BB962C8B-B14F-4D97-AF65-F5344CB8AC3E}">
        <p14:creationId xmlns:p14="http://schemas.microsoft.com/office/powerpoint/2010/main" val="288537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3DBA94-BE6C-7D22-BDDB-75E0A6BA3D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21B90F-973D-4634-165D-481154396C2E}"/>
              </a:ext>
            </a:extLst>
          </p:cNvPr>
          <p:cNvSpPr txBox="1"/>
          <p:nvPr/>
        </p:nvSpPr>
        <p:spPr>
          <a:xfrm>
            <a:off x="363894" y="466531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Pumpkin</a:t>
            </a:r>
          </a:p>
        </p:txBody>
      </p:sp>
    </p:spTree>
    <p:extLst>
      <p:ext uri="{BB962C8B-B14F-4D97-AF65-F5344CB8AC3E}">
        <p14:creationId xmlns:p14="http://schemas.microsoft.com/office/powerpoint/2010/main" val="3176515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9E9E08-98FA-CE10-6C74-192C8D5B76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006CB1-F5F3-53A5-A689-1C175CC0777C}"/>
              </a:ext>
            </a:extLst>
          </p:cNvPr>
          <p:cNvSpPr txBox="1"/>
          <p:nvPr/>
        </p:nvSpPr>
        <p:spPr>
          <a:xfrm>
            <a:off x="345233" y="485192"/>
            <a:ext cx="821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Cotton</a:t>
            </a:r>
          </a:p>
        </p:txBody>
      </p:sp>
    </p:spTree>
    <p:extLst>
      <p:ext uri="{BB962C8B-B14F-4D97-AF65-F5344CB8AC3E}">
        <p14:creationId xmlns:p14="http://schemas.microsoft.com/office/powerpoint/2010/main" val="993539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14</Words>
  <Application>Microsoft Office PowerPoint</Application>
  <PresentationFormat>Widescreen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Leaf sorting game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 su</dc:creator>
  <cp:lastModifiedBy>User1</cp:lastModifiedBy>
  <cp:revision>2</cp:revision>
  <dcterms:created xsi:type="dcterms:W3CDTF">2026-06-09T10:23:52Z</dcterms:created>
  <dcterms:modified xsi:type="dcterms:W3CDTF">2026-08-20T06:38:46Z</dcterms:modified>
</cp:coreProperties>
</file>